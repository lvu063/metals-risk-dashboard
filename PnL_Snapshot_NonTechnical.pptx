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00A8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Nickel</c:v>
                  </c:pt>
                  <c:pt idx="1">
                    <c:v>Copper</c:v>
                  </c:pt>
                  <c:pt idx="2">
                    <c:v>Silver</c:v>
                  </c:pt>
                  <c:pt idx="3">
                    <c:v>Gold</c:v>
                  </c:pt>
                  <c:pt idx="4">
                    <c:v>Aluminium</c:v>
                  </c:pt>
                  <c:pt idx="5">
                    <c:v>Zinc</c:v>
                  </c:pt>
                  <c:pt idx="6">
                    <c:v>Platinum</c:v>
                  </c:pt>
                  <c:pt idx="7">
                    <c:v>Palladium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439</c:v>
                </c:pt>
                <c:pt idx="1">
                  <c:v>144</c:v>
                </c:pt>
                <c:pt idx="2">
                  <c:v>0.3</c:v>
                </c:pt>
                <c:pt idx="3">
                  <c:v>50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Nickel</c:v>
                  </c:pt>
                  <c:pt idx="1">
                    <c:v>Copper</c:v>
                  </c:pt>
                  <c:pt idx="2">
                    <c:v>Silver</c:v>
                  </c:pt>
                  <c:pt idx="3">
                    <c:v>Gold</c:v>
                  </c:pt>
                  <c:pt idx="4">
                    <c:v>Aluminium</c:v>
                  </c:pt>
                  <c:pt idx="5">
                    <c:v>Zinc</c:v>
                  </c:pt>
                  <c:pt idx="6">
                    <c:v>Platinum</c:v>
                  </c:pt>
                  <c:pt idx="7">
                    <c:v>Palladium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2</c:v>
                </c:pt>
                <c:pt idx="6">
                  <c:v>90</c:v>
                </c:pt>
                <c:pt idx="7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METALS DESK  ·  WEEKLY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Week ending  31 Dec 2024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Where did the desk make and lose money this week?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Plain-language PnL summary for non-technical stakeholders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0574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41148" cy="8686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94A3B8"/>
                </a:solidFill>
              </a:rPr>
              <a:t>TOTAL UNREALISED PNL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75488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</a:rPr>
              <a:t>+$432M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Base Metals leading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1691640"/>
            <a:ext cx="20574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691640"/>
            <a:ext cx="4114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94A3B8"/>
                </a:solidFill>
              </a:rPr>
              <a:t>WINNING POSITIONS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15768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10 / 24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15768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42% win rate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46320" y="1691640"/>
            <a:ext cx="20574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691640"/>
            <a:ext cx="41148" cy="8686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94A3B8"/>
                </a:solidFill>
              </a:rPr>
              <a:t>BIGGEST GAIN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956048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</a:rPr>
              <a:t>Nickel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56048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+$439M  ·  NI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03720" y="1691640"/>
            <a:ext cx="20574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691640"/>
            <a:ext cx="41148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94A3B8"/>
                </a:solidFill>
              </a:rPr>
              <a:t>BIGGEST LOSS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013448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252"/>
                </a:solidFill>
              </a:rPr>
              <a:t>Gold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13448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−$12.7M  ·  XAU</a:t>
            </a:r>
            <a:endParaRPr lang="en-US" sz="7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2697480"/>
          <a:ext cx="51206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365760" y="25786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84C"/>
                </a:solidFill>
              </a:rPr>
              <a:t>UNREALISED PnL BY METAL  ($M)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669280" y="2697480"/>
            <a:ext cx="31089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2697480"/>
            <a:ext cx="4114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2734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📈  Base Metals driving gains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06440" y="29352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Nickel and Copper positions are up strongly — rising demand from battery supply chains is the main tailwind.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669280" y="3447288"/>
            <a:ext cx="31089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69280" y="3447288"/>
            <a:ext cx="4114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4838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⚠️  Gold position under pressure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806440" y="3685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Our Gold long lost value as prices softened. No action needed yet — within normal range — but worth monitoring.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669280" y="4197096"/>
            <a:ext cx="31089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69280" y="4197096"/>
            <a:ext cx="4114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06440" y="42336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✅  Risk limits: all clear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80644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 books exceeded the 40% concentration threshold. Settlement ladder is clear for the next 4 weeks.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873752"/>
            <a:ext cx="84124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Data: Metals Risk Dashboard  ·  Synthetic simulation  ·  For portfolio demonstration purposes only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Metals Desk — Weekly PnL Snapshot</dc:title>
  <dc:subject>PptxGenJS Presentation</dc:subject>
  <dc:creator>PptxGenJS</dc:creator>
  <cp:lastModifiedBy>PptxGenJS</cp:lastModifiedBy>
  <cp:revision>1</cp:revision>
  <dcterms:created xsi:type="dcterms:W3CDTF">2026-06-02T23:48:02Z</dcterms:created>
  <dcterms:modified xsi:type="dcterms:W3CDTF">2026-06-02T23:48:02Z</dcterms:modified>
</cp:coreProperties>
</file>